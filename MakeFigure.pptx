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854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D6A89-4BD1-55EB-B0AD-CC5648DB99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98E36D-07D0-7A6A-5FD4-06AF358DA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8C6DC-1738-1B6D-ECED-9D605F26B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4D7F-BB07-4445-8C7C-C6B7EC979EA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4EA77-D8D5-C8DF-9487-34F796D16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CE483-50B6-CFB6-3313-76558528F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2B723-F015-4E8E-8F63-0DF526858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472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86E13-AC8C-9192-6D86-5DF7CE718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5464E-1DED-EB45-E6D4-D66787BF3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C5132-ED2B-64E2-BE1E-5191A2834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4D7F-BB07-4445-8C7C-C6B7EC979EA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CEAEE-8966-E8C5-4398-8E0AFFCF1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3BE80-A932-9065-8014-5D73E29AA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2B723-F015-4E8E-8F63-0DF526858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791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456BF-18A3-FFFC-3E54-161287378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DF4D5-4273-4CB7-FCBE-916E4C2AB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CD287-C37B-4467-A53D-FBDC5E5C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4D7F-BB07-4445-8C7C-C6B7EC979EA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EBD5E-1F45-5A9A-38D7-6D23E19C5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D4C88-E7B0-0864-DAF3-907DFE4C4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2B723-F015-4E8E-8F63-0DF526858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141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F9CFC-3A7B-2F43-AD86-44EC0D0C9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DE759-7604-7997-40DE-D609E384D0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2A2FA9-23D7-99C4-12F4-BD47FAEE0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521BAA-55C8-FB54-C7E6-A61AE73FE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4D7F-BB07-4445-8C7C-C6B7EC979EA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B623C1-8989-7056-40B7-E8E6DDA0F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039FC1-DF70-B4C9-A4BE-F0D0640A0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2B723-F015-4E8E-8F63-0DF526858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93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B796A-98AE-F7FF-F8A5-5BA8DF283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A418B-A447-F44F-A5E6-8A8304629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BB43C8-02DF-DCFF-B678-0EC6AE713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A0446B-9793-4140-A1E1-0B6F2881C7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D9D94-200F-5C54-4976-B40A4A94A2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1995AE-015C-E961-EFEE-E9C50A982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4D7F-BB07-4445-8C7C-C6B7EC979EA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BD2661-FF94-D167-9153-2C7D1AB31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C6E9A7-3E12-59AA-56E7-98911E66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2B723-F015-4E8E-8F63-0DF526858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72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FD77E-FC7D-CEB6-D0E6-857603308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C09811-3306-B413-BD36-3BB49989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4D7F-BB07-4445-8C7C-C6B7EC979EA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90E0B4-0551-1EDC-8E84-38F3897BA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4AD45A-459A-B857-B799-98F5FE693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2B723-F015-4E8E-8F63-0DF526858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045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105B78-6E36-3A6B-B7EC-249156D50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4D7F-BB07-4445-8C7C-C6B7EC979EA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20208C-FE09-521A-4A07-B398F743A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25E16-7EE9-65D7-0A9D-B3F5C5D0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2B723-F015-4E8E-8F63-0DF526858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0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0F170-A066-9E77-CEF2-29DDB2733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CC5E8-720F-F558-2A19-FDFC64E52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9C9088-6D4F-E0CB-1612-934687D8F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82663A-F55A-929D-CA63-99E14FAB2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4D7F-BB07-4445-8C7C-C6B7EC979EA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EBE10-B887-3F89-4EA7-9D7B8280E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181E21-3D2A-CDE2-FFD5-5C6688B26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2B723-F015-4E8E-8F63-0DF526858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32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0323C-B26C-267A-42B3-59162AFD2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C1C287-3986-946C-1D28-B60B082165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3770F4-CC89-9D52-E47A-593D01A16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F60896-58AC-7239-791E-23E14ECD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4D7F-BB07-4445-8C7C-C6B7EC979EA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55312-A1AF-516C-7819-123DCA0E0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CB58CF-127F-DB10-C9D2-87C6DC995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2B723-F015-4E8E-8F63-0DF526858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57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8B634-0BBA-DE2D-2584-C418984B6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E92197-3E68-0A36-CC46-9298BC18EA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463D1-D536-D60E-7825-635D986E0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4D7F-BB07-4445-8C7C-C6B7EC979EA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D454F-5120-4F9A-1B7F-C06404A22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5CC16-911D-EE87-FA34-3218CDD8F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2B723-F015-4E8E-8F63-0DF526858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112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D22099-D0C3-C35E-D43A-48D4E47784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1772A8-F677-ACE8-732B-4504D3440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DDA59-89E2-5792-2C71-BE5F2C4B1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4D7F-BB07-4445-8C7C-C6B7EC979EA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D7A3D-5D27-85CE-B403-9DBB09610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8295F-A5A4-19AE-3987-BB9BC64F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2B723-F015-4E8E-8F63-0DF526858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039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31F1A6-5147-AAAE-A93C-1C4B67C6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FBC3F-63C4-BB4C-7306-45AE91F52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76C6B-BB8F-ECE7-BAA1-EB717C880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B64D7F-BB07-4445-8C7C-C6B7EC979EA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E15A7-764C-EAB9-1385-C922BA37A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FF556-063F-4BE1-2261-6B17EAA46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E2B723-F015-4E8E-8F63-0DF526858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719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265723F4-AD29-3BD8-F708-268C55135497}"/>
              </a:ext>
            </a:extLst>
          </p:cNvPr>
          <p:cNvGrpSpPr/>
          <p:nvPr/>
        </p:nvGrpSpPr>
        <p:grpSpPr>
          <a:xfrm>
            <a:off x="1828800" y="125940"/>
            <a:ext cx="7741920" cy="7249160"/>
            <a:chOff x="426720" y="451060"/>
            <a:chExt cx="7741920" cy="724916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86F097E-44BD-3DC0-27AA-791903C1C25E}"/>
                </a:ext>
              </a:extLst>
            </p:cNvPr>
            <p:cNvSpPr/>
            <p:nvPr/>
          </p:nvSpPr>
          <p:spPr>
            <a:xfrm>
              <a:off x="426720" y="451060"/>
              <a:ext cx="7741920" cy="7249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A1B65B58-9591-3B59-FA7F-81F14BE142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4400" t="3096" r="4654" b="5029"/>
            <a:stretch>
              <a:fillRect/>
            </a:stretch>
          </p:blipFill>
          <p:spPr>
            <a:xfrm>
              <a:off x="426720" y="467360"/>
              <a:ext cx="7741920" cy="482600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6ACD5D90-9577-7BE5-7C88-58D075D046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6223" t="13931" r="6445"/>
            <a:stretch>
              <a:fillRect/>
            </a:stretch>
          </p:blipFill>
          <p:spPr>
            <a:xfrm>
              <a:off x="745939" y="5675820"/>
              <a:ext cx="2702560" cy="1731220"/>
            </a:xfrm>
            <a:prstGeom prst="rect">
              <a:avLst/>
            </a:prstGeom>
          </p:spPr>
        </p:pic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D2F1D88-BF34-EBB0-086B-EC1BAF6A48E4}"/>
              </a:ext>
            </a:extLst>
          </p:cNvPr>
          <p:cNvCxnSpPr/>
          <p:nvPr/>
        </p:nvCxnSpPr>
        <p:spPr>
          <a:xfrm>
            <a:off x="2148019" y="5161280"/>
            <a:ext cx="686390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176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AC164-50D2-E1AB-024B-B22E5A64E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60B390A9-099C-0F02-EEB8-7D42A794C5F1}"/>
              </a:ext>
            </a:extLst>
          </p:cNvPr>
          <p:cNvGrpSpPr/>
          <p:nvPr/>
        </p:nvGrpSpPr>
        <p:grpSpPr>
          <a:xfrm>
            <a:off x="1920240" y="237700"/>
            <a:ext cx="7741920" cy="7636300"/>
            <a:chOff x="426720" y="451060"/>
            <a:chExt cx="7741920" cy="76363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F01B55F-FE42-DFF3-057A-E47E9BCF0EA7}"/>
                </a:ext>
              </a:extLst>
            </p:cNvPr>
            <p:cNvSpPr/>
            <p:nvPr/>
          </p:nvSpPr>
          <p:spPr>
            <a:xfrm>
              <a:off x="426720" y="451060"/>
              <a:ext cx="7741920" cy="7636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76E9584F-C82E-11A1-AB03-DFCA811BC6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4400" t="3096" r="4654" b="5029"/>
            <a:stretch>
              <a:fillRect/>
            </a:stretch>
          </p:blipFill>
          <p:spPr>
            <a:xfrm>
              <a:off x="426720" y="467360"/>
              <a:ext cx="7741920" cy="482600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4FE9DDBB-6985-4999-9A37-549AF732AA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6223" t="13931" r="6445"/>
            <a:stretch>
              <a:fillRect/>
            </a:stretch>
          </p:blipFill>
          <p:spPr>
            <a:xfrm>
              <a:off x="654499" y="5577840"/>
              <a:ext cx="2702560" cy="1731220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452E8AB-AF56-80C6-55E4-FB10853D1DB6}"/>
                </a:ext>
              </a:extLst>
            </p:cNvPr>
            <p:cNvSpPr/>
            <p:nvPr/>
          </p:nvSpPr>
          <p:spPr>
            <a:xfrm>
              <a:off x="558800" y="5435600"/>
              <a:ext cx="2885440" cy="19405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8DACA0C-D5CB-0A8D-9692-AE2F873F7255}"/>
                </a:ext>
              </a:extLst>
            </p:cNvPr>
            <p:cNvSpPr txBox="1"/>
            <p:nvPr/>
          </p:nvSpPr>
          <p:spPr>
            <a:xfrm>
              <a:off x="2301310" y="5510740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Legend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27978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Koetsier, Jarno (BIOCH)</dc:creator>
  <cp:lastModifiedBy>Koetsier, Jarno (BIOCH)</cp:lastModifiedBy>
  <cp:revision>1</cp:revision>
  <dcterms:created xsi:type="dcterms:W3CDTF">2026-05-08T14:16:42Z</dcterms:created>
  <dcterms:modified xsi:type="dcterms:W3CDTF">2026-05-08T14:53:29Z</dcterms:modified>
</cp:coreProperties>
</file>